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477E7-40E9-48D3-BEAB-1FE678E7B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C3D684-2424-456F-AD3A-DF6E4B35F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182A30-2A8F-47A2-9E36-EBB3C3239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974F3A-636B-443F-88DE-DC0955495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B3B86C-4936-4CB9-9EA8-40D5B93B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7142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8BCE3-20E9-4875-BB2B-C53E687D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3EB958-854E-43A7-9AC2-446540817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CA34C6-FA33-44E1-9049-1166DD58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1A287A-8485-4E72-A437-A38F5D901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87DC34-9711-4911-93DF-52ABA1CF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804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52F72-692F-466D-B0B5-EFD665C2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BE7084-8254-4A78-9A91-8BF805CA2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718440-30D7-4B5A-9407-DD7EE8EA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F7B5F2-286E-478C-89AF-89F88380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042F3F-4779-4148-9FD2-86C4D483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124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B57DE-6558-42F8-8ED3-BAC1D569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292754-40B5-43FB-82E8-993D551C8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1112A9-4B81-4067-AF15-61D7814C8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66CE0F-529A-4F24-A7B7-209A1618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663B3B-F333-4AA7-9BC4-F25E3DCC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A267C0-44A1-4104-A419-B02D9AEE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396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48519-7197-40DB-90A7-483330E9B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BE4F48-2DBF-49F1-9E53-E2CC0E9F8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DAE9E7-D102-4D39-A09D-1D08B4ADA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BA4B1A-75BA-4349-A0BF-6711B137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B2D736-8AC7-49A5-AD93-3B323732D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95E548B-9EEE-49B3-800B-87BCF986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8E4E04-8711-45AA-AECE-EA162A605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CD71334-D19E-4C9B-A9E8-3ED55622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386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7627E-5DBA-4222-9676-D17E5F4EC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EB8E861-97A7-4D5E-A071-CB972ACC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33156B-3774-488A-9D08-E3C0CFA7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F87597-D346-4974-85CC-5EBAAEC2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62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ED6D4C4-C206-45E9-AB8B-E4FD9416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5FADB5-D8EE-4646-9738-850121DFA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79621E-C501-4058-BCBE-D005CE98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37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0D488-515E-4CD5-AA2B-A81ED2E7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76880D-A3A7-48B2-8086-12337C08D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67C48C-6C03-4E63-B9B8-15A6A2499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7C4178-B179-4DFE-B06A-C35FFDF09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CC9A00-C5A5-484D-B04C-41F111C9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E82507-DB90-4C54-A0B1-0EC2E6524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35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43B86-8027-4E0B-AB59-F63EAB82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EC265B-2658-4296-A49C-68C402E9F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C81077-2FC7-43C8-BE8C-B500D50AC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B0B054-62B8-4887-B68F-0737760A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D061EC-29C2-4A7D-A03F-CE5C82D4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257202-53C3-4DA8-AFF6-EEA14CF4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8379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D08BA-3E0E-4EB2-A95D-C7529621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D05922-1CE7-490E-A4D1-7F62B4AB7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18CDDE-AC7E-4655-9F02-995127B0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5C8921-1CE9-4689-8108-0B2D44C0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6CA537-0165-4204-84F6-B1C262D0F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6010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7E0376-0A8D-4483-BD7E-1AD96FF11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2ABF72-663D-4340-A5C5-D0D7D32D0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4B03AF-0A3C-47B6-8D6E-C8023103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8557B-31A3-496C-83DA-D3472A4D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011CC3-47FB-4A7B-AE23-539FE2A0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477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D7FAD2-0137-4DEE-99AE-521B317D4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966E58-F792-40E1-972B-8D879FA02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6D2C48-4687-422E-A19D-780E4040F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8EFCD-C941-4732-87D0-DD602F0FE780}" type="datetimeFigureOut">
              <a:rPr lang="es-CL" smtClean="0"/>
              <a:t>11-09-2021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64D80C-60CD-4821-807D-DD53462E3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345C2C-E79F-4286-AB96-DC61B567D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47CDB-2819-4F2D-9342-914B11031C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970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653ED7-0B5E-4065-A168-048192888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s-ES" sz="5400">
                <a:solidFill>
                  <a:schemeClr val="bg1"/>
                </a:solidFill>
                <a:latin typeface="Daytona" panose="020B0604020202020204" pitchFamily="34" charset="0"/>
              </a:rPr>
              <a:t>MisPelis</a:t>
            </a:r>
            <a:r>
              <a:rPr lang="es-ES" sz="5400" dirty="0">
                <a:solidFill>
                  <a:schemeClr val="bg1"/>
                </a:solidFill>
                <a:latin typeface="Daytona" panose="020B0604020202020204" pitchFamily="34" charset="0"/>
              </a:rPr>
              <a:t> app</a:t>
            </a:r>
            <a:endParaRPr lang="es-CL" sz="5400" dirty="0">
              <a:solidFill>
                <a:schemeClr val="bg1"/>
              </a:solidFill>
              <a:latin typeface="Daytona" panose="020B0604020202020204" pitchFamily="34" charset="0"/>
            </a:endParaRPr>
          </a:p>
        </p:txBody>
      </p:sp>
      <p:sp>
        <p:nvSpPr>
          <p:cNvPr id="87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89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91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9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4440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85795" y="1690979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B6E5F32-B5B2-45E3-9C18-BBC9005C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2953" y="1187311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545E68B-E61B-4EAE-9672-3A52AEC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6263" y="1119679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D99399-36CA-4560-AFEC-6B977DFCA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788" y="1397000"/>
            <a:ext cx="4502041" cy="30083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¿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que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consiste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58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0" name="Graphic 212">
            <a:extLst>
              <a:ext uri="{FF2B5EF4-FFF2-40B4-BE49-F238E27FC236}">
                <a16:creationId xmlns:a16="http://schemas.microsoft.com/office/drawing/2014/main" id="{120AB9A0-C0C4-43DA-9A34-FA3A4079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11689" y="823301"/>
            <a:ext cx="760800" cy="7608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CB78D2B9-C9C4-4A37-A12C-A09FC1158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6352" y="3643495"/>
            <a:ext cx="584612" cy="584612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66" name="Graphic 4">
            <a:extLst>
              <a:ext uri="{FF2B5EF4-FFF2-40B4-BE49-F238E27FC236}">
                <a16:creationId xmlns:a16="http://schemas.microsoft.com/office/drawing/2014/main" id="{DFC7EBB5-848C-4B1C-BE84-4CF07E90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59707" y="3876466"/>
            <a:ext cx="1056155" cy="105615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8315F3-A078-427A-92BE-34EC9E574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3DFAF5C-63B0-43FB-80BE-CC45D99F51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AD937F2-A44A-479C-A7EB-4EE7686A9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87834CC3-9461-418F-A593-FC09CD79B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D68AA1C-0667-46EE-A8BE-CAAA3EAF9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0F403B5-430A-450F-97C1-73160966C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B38EBB0-5161-46F3-83D7-D9F478B1A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47EDFA5-AD01-40BE-91A2-A0C17862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6E0C47E-FE2F-4A8C-942E-1026D02D3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A309DA7-4C25-40F5-AC21-DA06D9C98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290F5FA-D4BF-4264-A8E9-365566EC7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47FD6B5-9B47-4500-9D65-7BD21730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CA06612-80DE-4467-A50C-0CB390D6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851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9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0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01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E4CCFA-1D93-4A83-BFF7-FDAFB181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180" y="2583881"/>
            <a:ext cx="2783889" cy="76153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Alcances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2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3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4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6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7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0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866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0731B0-98FC-45CA-A246-046B5C6AB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0" y="0"/>
            <a:ext cx="4251960" cy="68580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35481D-E609-474A-9E97-F71BA93BBDB9}"/>
              </a:ext>
            </a:extLst>
          </p:cNvPr>
          <p:cNvSpPr txBox="1"/>
          <p:nvPr/>
        </p:nvSpPr>
        <p:spPr>
          <a:xfrm>
            <a:off x="6527800" y="1301098"/>
            <a:ext cx="2078747" cy="448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Main Activity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446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155BA1-4C54-4ABB-8D1B-2C44D8957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96" y="0"/>
            <a:ext cx="4269104" cy="6858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35481D-E609-474A-9E97-F71BA93BBDB9}"/>
              </a:ext>
            </a:extLst>
          </p:cNvPr>
          <p:cNvSpPr txBox="1"/>
          <p:nvPr/>
        </p:nvSpPr>
        <p:spPr>
          <a:xfrm>
            <a:off x="6527800" y="1323977"/>
            <a:ext cx="3926597" cy="40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Inicio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Usuario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45B2B9E-8542-4A6A-B993-1BB375155594}"/>
              </a:ext>
            </a:extLst>
          </p:cNvPr>
          <p:cNvSpPr txBox="1"/>
          <p:nvPr/>
        </p:nvSpPr>
        <p:spPr>
          <a:xfrm>
            <a:off x="6527799" y="2257426"/>
            <a:ext cx="3926597" cy="1676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Opciones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Comenzar</a:t>
            </a:r>
            <a:r>
              <a:rPr lang="en-US" sz="2000" dirty="0">
                <a:solidFill>
                  <a:schemeClr val="bg1"/>
                </a:solidFill>
              </a:rPr>
              <a:t> un nuevo </a:t>
            </a:r>
            <a:r>
              <a:rPr lang="en-US" sz="2000" dirty="0" err="1">
                <a:solidFill>
                  <a:schemeClr val="bg1"/>
                </a:solidFill>
              </a:rPr>
              <a:t>cuestionario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Ver </a:t>
            </a:r>
            <a:r>
              <a:rPr lang="en-US" sz="2000" dirty="0" err="1">
                <a:solidFill>
                  <a:schemeClr val="bg1"/>
                </a:solidFill>
              </a:rPr>
              <a:t>Peliculas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Guardadas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24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35481D-E609-474A-9E97-F71BA93BBDB9}"/>
              </a:ext>
            </a:extLst>
          </p:cNvPr>
          <p:cNvSpPr txBox="1"/>
          <p:nvPr/>
        </p:nvSpPr>
        <p:spPr>
          <a:xfrm>
            <a:off x="6527800" y="1323977"/>
            <a:ext cx="3926597" cy="40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Vista </a:t>
            </a:r>
            <a:r>
              <a:rPr lang="en-US" sz="2000" dirty="0" err="1">
                <a:solidFill>
                  <a:schemeClr val="bg1"/>
                </a:solidFill>
              </a:rPr>
              <a:t>Cuestionario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45B2B9E-8542-4A6A-B993-1BB375155594}"/>
              </a:ext>
            </a:extLst>
          </p:cNvPr>
          <p:cNvSpPr txBox="1"/>
          <p:nvPr/>
        </p:nvSpPr>
        <p:spPr>
          <a:xfrm>
            <a:off x="6527799" y="2257426"/>
            <a:ext cx="4640309" cy="1915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Consta</a:t>
            </a:r>
            <a:r>
              <a:rPr lang="en-US" sz="2000" dirty="0">
                <a:solidFill>
                  <a:schemeClr val="bg1"/>
                </a:solidFill>
              </a:rPr>
              <a:t> de 5 </a:t>
            </a:r>
            <a:r>
              <a:rPr lang="en-US" sz="2000" dirty="0" err="1">
                <a:solidFill>
                  <a:schemeClr val="bg1"/>
                </a:solidFill>
              </a:rPr>
              <a:t>preguntas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Según</a:t>
            </a:r>
            <a:r>
              <a:rPr lang="en-US" sz="2000" dirty="0">
                <a:solidFill>
                  <a:schemeClr val="bg1"/>
                </a:solidFill>
              </a:rPr>
              <a:t> las </a:t>
            </a:r>
            <a:r>
              <a:rPr lang="en-US" sz="2000" dirty="0" err="1">
                <a:solidFill>
                  <a:schemeClr val="bg1"/>
                </a:solidFill>
              </a:rPr>
              <a:t>respuestas</a:t>
            </a:r>
            <a:r>
              <a:rPr lang="en-US" sz="2000" dirty="0">
                <a:solidFill>
                  <a:schemeClr val="bg1"/>
                </a:solidFill>
              </a:rPr>
              <a:t> se   </a:t>
            </a:r>
            <a:r>
              <a:rPr lang="en-US" sz="2000" dirty="0" err="1">
                <a:solidFill>
                  <a:schemeClr val="bg1"/>
                </a:solidFill>
              </a:rPr>
              <a:t>selecciona</a:t>
            </a:r>
            <a:r>
              <a:rPr lang="en-US" sz="2000" dirty="0">
                <a:solidFill>
                  <a:schemeClr val="bg1"/>
                </a:solidFill>
              </a:rPr>
              <a:t> un </a:t>
            </a:r>
            <a:r>
              <a:rPr lang="en-US" sz="2000" dirty="0" err="1">
                <a:solidFill>
                  <a:schemeClr val="bg1"/>
                </a:solidFill>
              </a:rPr>
              <a:t>tipo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peliculas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mostrar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06713A-7F72-4C38-8DFA-3623A4D6E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2670" y="0"/>
            <a:ext cx="4264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7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35481D-E609-474A-9E97-F71BA93BBDB9}"/>
              </a:ext>
            </a:extLst>
          </p:cNvPr>
          <p:cNvSpPr txBox="1"/>
          <p:nvPr/>
        </p:nvSpPr>
        <p:spPr>
          <a:xfrm>
            <a:off x="6527800" y="1323977"/>
            <a:ext cx="3926597" cy="40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Vista </a:t>
            </a:r>
            <a:r>
              <a:rPr lang="en-US" sz="2000" dirty="0" err="1">
                <a:solidFill>
                  <a:schemeClr val="bg1"/>
                </a:solidFill>
              </a:rPr>
              <a:t>Resultado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45B2B9E-8542-4A6A-B993-1BB375155594}"/>
              </a:ext>
            </a:extLst>
          </p:cNvPr>
          <p:cNvSpPr txBox="1"/>
          <p:nvPr/>
        </p:nvSpPr>
        <p:spPr>
          <a:xfrm>
            <a:off x="6527799" y="2257426"/>
            <a:ext cx="4640309" cy="1915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RecyclerView</a:t>
            </a:r>
            <a:r>
              <a:rPr lang="en-US" sz="2000" dirty="0">
                <a:solidFill>
                  <a:schemeClr val="bg1"/>
                </a:solidFill>
              </a:rPr>
              <a:t> con las </a:t>
            </a:r>
            <a:r>
              <a:rPr lang="en-US" sz="2000" dirty="0" err="1">
                <a:solidFill>
                  <a:schemeClr val="bg1"/>
                </a:solidFill>
              </a:rPr>
              <a:t>peliculas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seleccionadas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Opción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regresar</a:t>
            </a:r>
            <a:r>
              <a:rPr lang="en-US" sz="2000" dirty="0">
                <a:solidFill>
                  <a:schemeClr val="bg1"/>
                </a:solidFill>
              </a:rPr>
              <a:t> al </a:t>
            </a:r>
            <a:r>
              <a:rPr lang="en-US" sz="2000" dirty="0" err="1">
                <a:solidFill>
                  <a:schemeClr val="bg1"/>
                </a:solidFill>
              </a:rPr>
              <a:t>inicio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Opción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entrar</a:t>
            </a:r>
            <a:r>
              <a:rPr lang="en-US" sz="2000" dirty="0">
                <a:solidFill>
                  <a:schemeClr val="bg1"/>
                </a:solidFill>
              </a:rPr>
              <a:t> al </a:t>
            </a:r>
            <a:r>
              <a:rPr lang="en-US" sz="2000" dirty="0" err="1">
                <a:solidFill>
                  <a:schemeClr val="bg1"/>
                </a:solidFill>
              </a:rPr>
              <a:t>detalle</a:t>
            </a:r>
            <a:r>
              <a:rPr lang="en-US" sz="2000" dirty="0">
                <a:solidFill>
                  <a:schemeClr val="bg1"/>
                </a:solidFill>
              </a:rPr>
              <a:t> de la </a:t>
            </a:r>
            <a:r>
              <a:rPr lang="en-US" sz="2000" dirty="0" err="1">
                <a:solidFill>
                  <a:schemeClr val="bg1"/>
                </a:solidFill>
              </a:rPr>
              <a:t>pelicula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06713A-7F72-4C38-8DFA-3623A4D6E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1877" y="0"/>
            <a:ext cx="4246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8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35481D-E609-474A-9E97-F71BA93BBDB9}"/>
              </a:ext>
            </a:extLst>
          </p:cNvPr>
          <p:cNvSpPr txBox="1"/>
          <p:nvPr/>
        </p:nvSpPr>
        <p:spPr>
          <a:xfrm>
            <a:off x="6527800" y="1323977"/>
            <a:ext cx="3926597" cy="40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Vista </a:t>
            </a:r>
            <a:r>
              <a:rPr lang="en-US" sz="2000" dirty="0" err="1">
                <a:solidFill>
                  <a:schemeClr val="bg1"/>
                </a:solidFill>
              </a:rPr>
              <a:t>Detalle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45B2B9E-8542-4A6A-B993-1BB375155594}"/>
              </a:ext>
            </a:extLst>
          </p:cNvPr>
          <p:cNvSpPr txBox="1"/>
          <p:nvPr/>
        </p:nvSpPr>
        <p:spPr>
          <a:xfrm>
            <a:off x="6527799" y="2257426"/>
            <a:ext cx="4640309" cy="1915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ScrollView</a:t>
            </a:r>
            <a:r>
              <a:rPr lang="en-US" sz="2000" dirty="0">
                <a:solidFill>
                  <a:schemeClr val="bg1"/>
                </a:solidFill>
              </a:rPr>
              <a:t> con </a:t>
            </a:r>
            <a:r>
              <a:rPr lang="en-US" sz="2000" dirty="0" err="1">
                <a:solidFill>
                  <a:schemeClr val="bg1"/>
                </a:solidFill>
              </a:rPr>
              <a:t>el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detalle</a:t>
            </a:r>
            <a:r>
              <a:rPr lang="en-US" sz="2000" dirty="0">
                <a:solidFill>
                  <a:schemeClr val="bg1"/>
                </a:solidFill>
              </a:rPr>
              <a:t> de la </a:t>
            </a:r>
            <a:r>
              <a:rPr lang="en-US" sz="2000" dirty="0" err="1">
                <a:solidFill>
                  <a:schemeClr val="bg1"/>
                </a:solidFill>
              </a:rPr>
              <a:t>pelicula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seleccionada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Opción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ver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el</a:t>
            </a:r>
            <a:r>
              <a:rPr lang="en-US" sz="2000" dirty="0">
                <a:solidFill>
                  <a:schemeClr val="bg1"/>
                </a:solidFill>
              </a:rPr>
              <a:t> trailer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Opción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guardar</a:t>
            </a:r>
            <a:r>
              <a:rPr lang="en-US" sz="2000" dirty="0">
                <a:solidFill>
                  <a:schemeClr val="bg1"/>
                </a:solidFill>
              </a:rPr>
              <a:t> la </a:t>
            </a:r>
            <a:r>
              <a:rPr lang="en-US" sz="2000" dirty="0" err="1">
                <a:solidFill>
                  <a:schemeClr val="bg1"/>
                </a:solidFill>
              </a:rPr>
              <a:t>pelicula</a:t>
            </a:r>
            <a:r>
              <a:rPr lang="en-US" sz="2000" dirty="0">
                <a:solidFill>
                  <a:schemeClr val="bg1"/>
                </a:solidFill>
              </a:rPr>
              <a:t> (Mediante Room)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06713A-7F72-4C38-8DFA-3623A4D6E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6456" y="1323977"/>
            <a:ext cx="2631486" cy="42173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76E49B4-2662-4F1C-9F08-E1021FC3C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738" y="1363964"/>
            <a:ext cx="2631486" cy="414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88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335481D-E609-474A-9E97-F71BA93BBDB9}"/>
              </a:ext>
            </a:extLst>
          </p:cNvPr>
          <p:cNvSpPr txBox="1"/>
          <p:nvPr/>
        </p:nvSpPr>
        <p:spPr>
          <a:xfrm>
            <a:off x="6527800" y="1323977"/>
            <a:ext cx="3926597" cy="401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Vista </a:t>
            </a:r>
            <a:r>
              <a:rPr lang="en-US" sz="2000" dirty="0" err="1">
                <a:solidFill>
                  <a:schemeClr val="bg1"/>
                </a:solidFill>
              </a:rPr>
              <a:t>Peliculas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Guardadas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45B2B9E-8542-4A6A-B993-1BB375155594}"/>
              </a:ext>
            </a:extLst>
          </p:cNvPr>
          <p:cNvSpPr txBox="1"/>
          <p:nvPr/>
        </p:nvSpPr>
        <p:spPr>
          <a:xfrm>
            <a:off x="6527799" y="2257426"/>
            <a:ext cx="4640309" cy="1915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RecyclerView</a:t>
            </a:r>
            <a:r>
              <a:rPr lang="en-US" sz="2000" dirty="0">
                <a:solidFill>
                  <a:schemeClr val="bg1"/>
                </a:solidFill>
              </a:rPr>
              <a:t> con las </a:t>
            </a:r>
            <a:r>
              <a:rPr lang="en-US" sz="2000" dirty="0" err="1">
                <a:solidFill>
                  <a:schemeClr val="bg1"/>
                </a:solidFill>
              </a:rPr>
              <a:t>peliculas</a:t>
            </a:r>
            <a:r>
              <a:rPr lang="en-US" sz="2000" dirty="0">
                <a:solidFill>
                  <a:schemeClr val="bg1"/>
                </a:solidFill>
              </a:rPr>
              <a:t> Que se </a:t>
            </a:r>
            <a:r>
              <a:rPr lang="en-US" sz="2000" dirty="0" err="1">
                <a:solidFill>
                  <a:schemeClr val="bg1"/>
                </a:solidFill>
              </a:rPr>
              <a:t>guardaron</a:t>
            </a:r>
            <a:endParaRPr lang="en-US" sz="20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Opción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Borrar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Peliculas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guardadas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806713A-7F72-4C38-8DFA-3623A4D6E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9729" y="0"/>
            <a:ext cx="4230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64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944F5E24-4B40-4865-BBDE-D7255E4E2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12192000" cy="579281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D662A76-B5A5-4830-AD6D-BC03FE7A10EA}"/>
              </a:ext>
            </a:extLst>
          </p:cNvPr>
          <p:cNvSpPr txBox="1"/>
          <p:nvPr/>
        </p:nvSpPr>
        <p:spPr>
          <a:xfrm>
            <a:off x="5919139" y="329287"/>
            <a:ext cx="1217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</a:rPr>
              <a:t>CrashLytics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83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9F41F9AE-2BE6-4B79-930A-DF29DB99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34" y="567495"/>
            <a:ext cx="3581900" cy="61730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3F8A0D6-FF3A-4818-B087-AD6FCF046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61853"/>
            <a:ext cx="4976291" cy="45342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2ABAD95-E634-4EB0-B2D0-05F4001971C0}"/>
              </a:ext>
            </a:extLst>
          </p:cNvPr>
          <p:cNvSpPr txBox="1"/>
          <p:nvPr/>
        </p:nvSpPr>
        <p:spPr>
          <a:xfrm>
            <a:off x="5584368" y="382829"/>
            <a:ext cx="188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Recursos Externos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45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010" y="-18660"/>
            <a:ext cx="4902679" cy="466700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DCEC70C-9F4B-4A73-B4BD-AE50AD617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010" y="-18660"/>
            <a:ext cx="4902679" cy="466700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955" y="-18660"/>
            <a:ext cx="4902678" cy="4544235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653ED7-0B5E-4065-A168-048192888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2782" y="1476103"/>
            <a:ext cx="2081023" cy="1115542"/>
          </a:xfrm>
        </p:spPr>
        <p:txBody>
          <a:bodyPr>
            <a:normAutofit/>
          </a:bodyPr>
          <a:lstStyle/>
          <a:p>
            <a:r>
              <a:rPr lang="es-ES" sz="5400" dirty="0">
                <a:solidFill>
                  <a:schemeClr val="bg1"/>
                </a:solidFill>
                <a:latin typeface="Daytona" panose="020B0604020202020204" pitchFamily="34" charset="0"/>
              </a:rPr>
              <a:t>Fin</a:t>
            </a:r>
            <a:endParaRPr lang="es-CL" sz="5400" dirty="0">
              <a:solidFill>
                <a:schemeClr val="bg1"/>
              </a:solidFill>
              <a:latin typeface="Daytona" panose="020B0604020202020204" pitchFamily="34" charset="0"/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744" y="619036"/>
            <a:ext cx="857067" cy="8570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4D525A72-77E7-4E14-BEE2-FC3A19EC4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5744" y="619036"/>
            <a:ext cx="857067" cy="857067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Smart Phone">
            <a:extLst>
              <a:ext uri="{FF2B5EF4-FFF2-40B4-BE49-F238E27FC236}">
                <a16:creationId xmlns:a16="http://schemas.microsoft.com/office/drawing/2014/main" id="{FFB54EE8-90F2-4593-8FC1-050859DDF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5365" y="2474375"/>
            <a:ext cx="3083023" cy="308302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DA31323F-03C2-4114-B2CC-79931D22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412" y="1675422"/>
            <a:ext cx="4680928" cy="46809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98EBCA3-8AAD-4596-8EBF-43A43542F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412" y="1675422"/>
            <a:ext cx="4680928" cy="4680928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49330" y="222739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457709F-7F08-4A4A-9DB7-1AFB3FCF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9124" y="5424608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5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102</Words>
  <Application>Microsoft Office PowerPoint</Application>
  <PresentationFormat>Panorámica</PresentationFormat>
  <Paragraphs>25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Daytona</vt:lpstr>
      <vt:lpstr>Tema de Office</vt:lpstr>
      <vt:lpstr>MisPelis app</vt:lpstr>
      <vt:lpstr>¿En que consiste?</vt:lpstr>
      <vt:lpstr>Alcances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MisPelis app</dc:title>
  <dc:creator>Cristhian Andres Cadiz Arias</dc:creator>
  <cp:lastModifiedBy>Cristhian Andres Cadiz Arias</cp:lastModifiedBy>
  <cp:revision>2</cp:revision>
  <dcterms:created xsi:type="dcterms:W3CDTF">2021-09-11T04:20:26Z</dcterms:created>
  <dcterms:modified xsi:type="dcterms:W3CDTF">2021-09-11T05:51:27Z</dcterms:modified>
</cp:coreProperties>
</file>